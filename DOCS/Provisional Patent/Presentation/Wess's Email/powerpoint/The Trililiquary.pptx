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AA3131E-F1CD-461D-B717-9B7B875ED322}">
          <p14:sldIdLst>
            <p14:sldId id="256"/>
          </p14:sldIdLst>
        </p14:section>
        <p14:section name="Engine Core" id="{A6513A8B-976D-4E90-B783-7FD85E852D41}">
          <p14:sldIdLst>
            <p14:sldId id="257"/>
            <p14:sldId id="25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7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52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812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011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02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22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49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3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64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58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D35AE2F-5E3A-49D9-8DE1-8A333BA40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3D purple chromosome design">
            <a:extLst>
              <a:ext uri="{FF2B5EF4-FFF2-40B4-BE49-F238E27FC236}">
                <a16:creationId xmlns:a16="http://schemas.microsoft.com/office/drawing/2014/main" id="{CDFFC623-62D2-C684-F6C0-946674023D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1968" r="-1" b="21768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5F075C-EF92-F4E4-791B-FEADF2177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The </a:t>
            </a:r>
            <a:r>
              <a:rPr lang="en-US" dirty="0" err="1"/>
              <a:t>Trililiquary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59F996-18F3-D0D6-53B3-1E0F8B7A85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99432"/>
            <a:ext cx="9144000" cy="1225296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latin typeface="+mj-lt"/>
              </a:rPr>
              <a:t>AI driven logic/decision engine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04D8AD8F-EF7F-481F-B99A-B85138970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9EB4626-023C-436D-9F57-9EB460809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onnsiteX0" fmla="*/ 0 w 10515600"/>
              <a:gd name="connsiteY0" fmla="*/ 902700 h 5416094"/>
              <a:gd name="connsiteX1" fmla="*/ 902700 w 10515600"/>
              <a:gd name="connsiteY1" fmla="*/ 0 h 5416094"/>
              <a:gd name="connsiteX2" fmla="*/ 1746919 w 10515600"/>
              <a:gd name="connsiteY2" fmla="*/ 0 h 5416094"/>
              <a:gd name="connsiteX3" fmla="*/ 2329833 w 10515600"/>
              <a:gd name="connsiteY3" fmla="*/ 0 h 5416094"/>
              <a:gd name="connsiteX4" fmla="*/ 2825644 w 10515600"/>
              <a:gd name="connsiteY4" fmla="*/ 0 h 5416094"/>
              <a:gd name="connsiteX5" fmla="*/ 3582762 w 10515600"/>
              <a:gd name="connsiteY5" fmla="*/ 0 h 5416094"/>
              <a:gd name="connsiteX6" fmla="*/ 4165675 w 10515600"/>
              <a:gd name="connsiteY6" fmla="*/ 0 h 5416094"/>
              <a:gd name="connsiteX7" fmla="*/ 5009894 w 10515600"/>
              <a:gd name="connsiteY7" fmla="*/ 0 h 5416094"/>
              <a:gd name="connsiteX8" fmla="*/ 5505706 w 10515600"/>
              <a:gd name="connsiteY8" fmla="*/ 0 h 5416094"/>
              <a:gd name="connsiteX9" fmla="*/ 6349925 w 10515600"/>
              <a:gd name="connsiteY9" fmla="*/ 0 h 5416094"/>
              <a:gd name="connsiteX10" fmla="*/ 6758634 w 10515600"/>
              <a:gd name="connsiteY10" fmla="*/ 0 h 5416094"/>
              <a:gd name="connsiteX11" fmla="*/ 7428650 w 10515600"/>
              <a:gd name="connsiteY11" fmla="*/ 0 h 5416094"/>
              <a:gd name="connsiteX12" fmla="*/ 8098665 w 10515600"/>
              <a:gd name="connsiteY12" fmla="*/ 0 h 5416094"/>
              <a:gd name="connsiteX13" fmla="*/ 8681579 w 10515600"/>
              <a:gd name="connsiteY13" fmla="*/ 0 h 5416094"/>
              <a:gd name="connsiteX14" fmla="*/ 9612900 w 10515600"/>
              <a:gd name="connsiteY14" fmla="*/ 0 h 5416094"/>
              <a:gd name="connsiteX15" fmla="*/ 10515600 w 10515600"/>
              <a:gd name="connsiteY15" fmla="*/ 902700 h 5416094"/>
              <a:gd name="connsiteX16" fmla="*/ 10515600 w 10515600"/>
              <a:gd name="connsiteY16" fmla="*/ 1504482 h 5416094"/>
              <a:gd name="connsiteX17" fmla="*/ 10515600 w 10515600"/>
              <a:gd name="connsiteY17" fmla="*/ 2178479 h 5416094"/>
              <a:gd name="connsiteX18" fmla="*/ 10515600 w 10515600"/>
              <a:gd name="connsiteY18" fmla="*/ 2780261 h 5416094"/>
              <a:gd name="connsiteX19" fmla="*/ 10515600 w 10515600"/>
              <a:gd name="connsiteY19" fmla="*/ 3273722 h 5416094"/>
              <a:gd name="connsiteX20" fmla="*/ 10515600 w 10515600"/>
              <a:gd name="connsiteY20" fmla="*/ 3803291 h 5416094"/>
              <a:gd name="connsiteX21" fmla="*/ 10515600 w 10515600"/>
              <a:gd name="connsiteY21" fmla="*/ 4513394 h 5416094"/>
              <a:gd name="connsiteX22" fmla="*/ 9612900 w 10515600"/>
              <a:gd name="connsiteY22" fmla="*/ 5416094 h 5416094"/>
              <a:gd name="connsiteX23" fmla="*/ 9117089 w 10515600"/>
              <a:gd name="connsiteY23" fmla="*/ 5416094 h 5416094"/>
              <a:gd name="connsiteX24" fmla="*/ 8708379 w 10515600"/>
              <a:gd name="connsiteY24" fmla="*/ 5416094 h 5416094"/>
              <a:gd name="connsiteX25" fmla="*/ 8299670 w 10515600"/>
              <a:gd name="connsiteY25" fmla="*/ 5416094 h 5416094"/>
              <a:gd name="connsiteX26" fmla="*/ 7629654 w 10515600"/>
              <a:gd name="connsiteY26" fmla="*/ 5416094 h 5416094"/>
              <a:gd name="connsiteX27" fmla="*/ 7133843 w 10515600"/>
              <a:gd name="connsiteY27" fmla="*/ 5416094 h 5416094"/>
              <a:gd name="connsiteX28" fmla="*/ 6376726 w 10515600"/>
              <a:gd name="connsiteY28" fmla="*/ 5416094 h 5416094"/>
              <a:gd name="connsiteX29" fmla="*/ 5880914 w 10515600"/>
              <a:gd name="connsiteY29" fmla="*/ 5416094 h 5416094"/>
              <a:gd name="connsiteX30" fmla="*/ 5123797 w 10515600"/>
              <a:gd name="connsiteY30" fmla="*/ 5416094 h 5416094"/>
              <a:gd name="connsiteX31" fmla="*/ 4715088 w 10515600"/>
              <a:gd name="connsiteY31" fmla="*/ 5416094 h 5416094"/>
              <a:gd name="connsiteX32" fmla="*/ 3957970 w 10515600"/>
              <a:gd name="connsiteY32" fmla="*/ 5416094 h 5416094"/>
              <a:gd name="connsiteX33" fmla="*/ 3462159 w 10515600"/>
              <a:gd name="connsiteY33" fmla="*/ 5416094 h 5416094"/>
              <a:gd name="connsiteX34" fmla="*/ 3053449 w 10515600"/>
              <a:gd name="connsiteY34" fmla="*/ 5416094 h 5416094"/>
              <a:gd name="connsiteX35" fmla="*/ 2557638 w 10515600"/>
              <a:gd name="connsiteY35" fmla="*/ 5416094 h 5416094"/>
              <a:gd name="connsiteX36" fmla="*/ 1800521 w 10515600"/>
              <a:gd name="connsiteY36" fmla="*/ 5416094 h 5416094"/>
              <a:gd name="connsiteX37" fmla="*/ 902700 w 10515600"/>
              <a:gd name="connsiteY37" fmla="*/ 5416094 h 5416094"/>
              <a:gd name="connsiteX38" fmla="*/ 0 w 10515600"/>
              <a:gd name="connsiteY38" fmla="*/ 4513394 h 5416094"/>
              <a:gd name="connsiteX39" fmla="*/ 0 w 10515600"/>
              <a:gd name="connsiteY39" fmla="*/ 3911612 h 5416094"/>
              <a:gd name="connsiteX40" fmla="*/ 0 w 10515600"/>
              <a:gd name="connsiteY40" fmla="*/ 3309829 h 5416094"/>
              <a:gd name="connsiteX41" fmla="*/ 0 w 10515600"/>
              <a:gd name="connsiteY41" fmla="*/ 2780261 h 5416094"/>
              <a:gd name="connsiteX42" fmla="*/ 0 w 10515600"/>
              <a:gd name="connsiteY42" fmla="*/ 2106265 h 5416094"/>
              <a:gd name="connsiteX43" fmla="*/ 0 w 10515600"/>
              <a:gd name="connsiteY43" fmla="*/ 1504482 h 5416094"/>
              <a:gd name="connsiteX44" fmla="*/ 0 w 10515600"/>
              <a:gd name="connsiteY44" fmla="*/ 902700 h 5416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515600" h="5416094" extrusionOk="0">
                <a:moveTo>
                  <a:pt x="0" y="902700"/>
                </a:moveTo>
                <a:cubicBezTo>
                  <a:pt x="-57306" y="368805"/>
                  <a:pt x="305054" y="37193"/>
                  <a:pt x="902700" y="0"/>
                </a:cubicBezTo>
                <a:cubicBezTo>
                  <a:pt x="1280419" y="-35006"/>
                  <a:pt x="1407743" y="-35339"/>
                  <a:pt x="1746919" y="0"/>
                </a:cubicBezTo>
                <a:cubicBezTo>
                  <a:pt x="2086095" y="35339"/>
                  <a:pt x="2146539" y="-12333"/>
                  <a:pt x="2329833" y="0"/>
                </a:cubicBezTo>
                <a:cubicBezTo>
                  <a:pt x="2513127" y="12333"/>
                  <a:pt x="2706706" y="12952"/>
                  <a:pt x="2825644" y="0"/>
                </a:cubicBezTo>
                <a:cubicBezTo>
                  <a:pt x="2944582" y="-12952"/>
                  <a:pt x="3420817" y="-27100"/>
                  <a:pt x="3582762" y="0"/>
                </a:cubicBezTo>
                <a:cubicBezTo>
                  <a:pt x="3744707" y="27100"/>
                  <a:pt x="4023584" y="-9167"/>
                  <a:pt x="4165675" y="0"/>
                </a:cubicBezTo>
                <a:cubicBezTo>
                  <a:pt x="4307766" y="9167"/>
                  <a:pt x="4770188" y="27031"/>
                  <a:pt x="5009894" y="0"/>
                </a:cubicBezTo>
                <a:cubicBezTo>
                  <a:pt x="5249600" y="-27031"/>
                  <a:pt x="5349881" y="-194"/>
                  <a:pt x="5505706" y="0"/>
                </a:cubicBezTo>
                <a:cubicBezTo>
                  <a:pt x="5661531" y="194"/>
                  <a:pt x="6129254" y="-29363"/>
                  <a:pt x="6349925" y="0"/>
                </a:cubicBezTo>
                <a:cubicBezTo>
                  <a:pt x="6570596" y="29363"/>
                  <a:pt x="6581199" y="-14617"/>
                  <a:pt x="6758634" y="0"/>
                </a:cubicBezTo>
                <a:cubicBezTo>
                  <a:pt x="6936069" y="14617"/>
                  <a:pt x="7246491" y="25675"/>
                  <a:pt x="7428650" y="0"/>
                </a:cubicBezTo>
                <a:cubicBezTo>
                  <a:pt x="7610809" y="-25675"/>
                  <a:pt x="7825190" y="-17078"/>
                  <a:pt x="8098665" y="0"/>
                </a:cubicBezTo>
                <a:cubicBezTo>
                  <a:pt x="8372141" y="17078"/>
                  <a:pt x="8559625" y="-21568"/>
                  <a:pt x="8681579" y="0"/>
                </a:cubicBezTo>
                <a:cubicBezTo>
                  <a:pt x="8803533" y="21568"/>
                  <a:pt x="9307226" y="-46066"/>
                  <a:pt x="9612900" y="0"/>
                </a:cubicBezTo>
                <a:cubicBezTo>
                  <a:pt x="10119954" y="-10560"/>
                  <a:pt x="10418674" y="366684"/>
                  <a:pt x="10515600" y="902700"/>
                </a:cubicBezTo>
                <a:cubicBezTo>
                  <a:pt x="10494548" y="1140809"/>
                  <a:pt x="10524881" y="1252168"/>
                  <a:pt x="10515600" y="1504482"/>
                </a:cubicBezTo>
                <a:cubicBezTo>
                  <a:pt x="10506319" y="1756796"/>
                  <a:pt x="10494309" y="1995078"/>
                  <a:pt x="10515600" y="2178479"/>
                </a:cubicBezTo>
                <a:cubicBezTo>
                  <a:pt x="10536891" y="2361880"/>
                  <a:pt x="10522845" y="2487483"/>
                  <a:pt x="10515600" y="2780261"/>
                </a:cubicBezTo>
                <a:cubicBezTo>
                  <a:pt x="10508355" y="3073039"/>
                  <a:pt x="10533694" y="3138252"/>
                  <a:pt x="10515600" y="3273722"/>
                </a:cubicBezTo>
                <a:cubicBezTo>
                  <a:pt x="10497506" y="3409192"/>
                  <a:pt x="10514952" y="3569910"/>
                  <a:pt x="10515600" y="3803291"/>
                </a:cubicBezTo>
                <a:cubicBezTo>
                  <a:pt x="10516248" y="4036672"/>
                  <a:pt x="10499126" y="4317688"/>
                  <a:pt x="10515600" y="4513394"/>
                </a:cubicBezTo>
                <a:cubicBezTo>
                  <a:pt x="10585499" y="4997151"/>
                  <a:pt x="10115437" y="5453981"/>
                  <a:pt x="9612900" y="5416094"/>
                </a:cubicBezTo>
                <a:cubicBezTo>
                  <a:pt x="9473271" y="5418358"/>
                  <a:pt x="9316384" y="5423764"/>
                  <a:pt x="9117089" y="5416094"/>
                </a:cubicBezTo>
                <a:cubicBezTo>
                  <a:pt x="8917794" y="5408424"/>
                  <a:pt x="8902141" y="5433256"/>
                  <a:pt x="8708379" y="5416094"/>
                </a:cubicBezTo>
                <a:cubicBezTo>
                  <a:pt x="8514617" y="5398933"/>
                  <a:pt x="8454700" y="5422387"/>
                  <a:pt x="8299670" y="5416094"/>
                </a:cubicBezTo>
                <a:cubicBezTo>
                  <a:pt x="8144640" y="5409801"/>
                  <a:pt x="7907022" y="5398388"/>
                  <a:pt x="7629654" y="5416094"/>
                </a:cubicBezTo>
                <a:cubicBezTo>
                  <a:pt x="7352286" y="5433800"/>
                  <a:pt x="7244777" y="5409877"/>
                  <a:pt x="7133843" y="5416094"/>
                </a:cubicBezTo>
                <a:cubicBezTo>
                  <a:pt x="7022909" y="5422311"/>
                  <a:pt x="6748865" y="5379753"/>
                  <a:pt x="6376726" y="5416094"/>
                </a:cubicBezTo>
                <a:cubicBezTo>
                  <a:pt x="6004587" y="5452435"/>
                  <a:pt x="5991442" y="5438860"/>
                  <a:pt x="5880914" y="5416094"/>
                </a:cubicBezTo>
                <a:cubicBezTo>
                  <a:pt x="5770386" y="5393328"/>
                  <a:pt x="5294303" y="5440618"/>
                  <a:pt x="5123797" y="5416094"/>
                </a:cubicBezTo>
                <a:cubicBezTo>
                  <a:pt x="4953291" y="5391570"/>
                  <a:pt x="4828705" y="5430421"/>
                  <a:pt x="4715088" y="5416094"/>
                </a:cubicBezTo>
                <a:cubicBezTo>
                  <a:pt x="4601471" y="5401767"/>
                  <a:pt x="4227806" y="5381491"/>
                  <a:pt x="3957970" y="5416094"/>
                </a:cubicBezTo>
                <a:cubicBezTo>
                  <a:pt x="3688134" y="5450697"/>
                  <a:pt x="3670638" y="5425309"/>
                  <a:pt x="3462159" y="5416094"/>
                </a:cubicBezTo>
                <a:cubicBezTo>
                  <a:pt x="3253680" y="5406879"/>
                  <a:pt x="3167443" y="5432031"/>
                  <a:pt x="3053449" y="5416094"/>
                </a:cubicBezTo>
                <a:cubicBezTo>
                  <a:pt x="2939455" y="5400158"/>
                  <a:pt x="2701485" y="5433995"/>
                  <a:pt x="2557638" y="5416094"/>
                </a:cubicBezTo>
                <a:cubicBezTo>
                  <a:pt x="2413791" y="5398193"/>
                  <a:pt x="2168647" y="5424510"/>
                  <a:pt x="1800521" y="5416094"/>
                </a:cubicBezTo>
                <a:cubicBezTo>
                  <a:pt x="1432395" y="5407678"/>
                  <a:pt x="1261364" y="5454497"/>
                  <a:pt x="902700" y="5416094"/>
                </a:cubicBezTo>
                <a:cubicBezTo>
                  <a:pt x="519468" y="5419760"/>
                  <a:pt x="63003" y="5077223"/>
                  <a:pt x="0" y="4513394"/>
                </a:cubicBezTo>
                <a:cubicBezTo>
                  <a:pt x="-20265" y="4243495"/>
                  <a:pt x="27650" y="4053844"/>
                  <a:pt x="0" y="3911612"/>
                </a:cubicBezTo>
                <a:cubicBezTo>
                  <a:pt x="-27650" y="3769380"/>
                  <a:pt x="24988" y="3469350"/>
                  <a:pt x="0" y="3309829"/>
                </a:cubicBezTo>
                <a:cubicBezTo>
                  <a:pt x="-24988" y="3150308"/>
                  <a:pt x="-16973" y="2933511"/>
                  <a:pt x="0" y="2780261"/>
                </a:cubicBezTo>
                <a:cubicBezTo>
                  <a:pt x="16973" y="2627011"/>
                  <a:pt x="-11552" y="2315258"/>
                  <a:pt x="0" y="2106265"/>
                </a:cubicBezTo>
                <a:cubicBezTo>
                  <a:pt x="11552" y="1897272"/>
                  <a:pt x="-9167" y="1726905"/>
                  <a:pt x="0" y="1504482"/>
                </a:cubicBezTo>
                <a:cubicBezTo>
                  <a:pt x="9167" y="1282059"/>
                  <a:pt x="10972" y="1160784"/>
                  <a:pt x="0" y="902700"/>
                </a:cubicBezTo>
                <a:close/>
              </a:path>
            </a:pathLst>
          </a:custGeom>
          <a:noFill/>
          <a:ln w="60325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88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6B75-BC65-AB9F-9D4B-CA6C6796F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B16D11-ECCF-30DB-4FB9-704D417B62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300997"/>
              </p:ext>
            </p:extLst>
          </p:nvPr>
        </p:nvGraphicFramePr>
        <p:xfrm>
          <a:off x="838200" y="1928813"/>
          <a:ext cx="10515597" cy="402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394474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82994277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398015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Alpha 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Secondary Prime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Third Order Prime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79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71550" lvl="1" indent="-5143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The first order logic and most heavily weighted set of factors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b="1" dirty="0">
                        <a:latin typeface="Avenir Next LT Pro Light" panose="020B0304020202020204" pitchFamily="34" charset="0"/>
                      </a:endParaRPr>
                    </a:p>
                    <a:p>
                      <a:pPr marL="971550" lvl="1" indent="-5143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Forms the entry points for the Input Manifold</a:t>
                      </a:r>
                    </a:p>
                    <a:p>
                      <a:pPr marL="457200" lvl="1" indent="0">
                        <a:buFont typeface="Arial" panose="020B0604020202020204" pitchFamily="34" charset="0"/>
                        <a:buNone/>
                      </a:pPr>
                      <a:endParaRPr lang="en-US" b="1" dirty="0">
                        <a:latin typeface="Avenir Next LT Pro Light" panose="020B0304020202020204" pitchFamily="34" charset="0"/>
                      </a:endParaRPr>
                    </a:p>
                    <a:p>
                      <a:pPr marL="971550" lvl="1" indent="-5143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Contributes the most present tense and plain to see cohesion in output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Takes the summation from Alpha Prime as input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1" dirty="0">
                        <a:latin typeface="Avenir Next LT Pro Light" panose="020B03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Then adds a medium weighting to its summation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1" dirty="0">
                        <a:latin typeface="Avenir Next LT Pro Light" panose="020B03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Provides secondary, short-term reasoning logic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Takes the concatenated summations of Alpha and Secondary Primes as input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1" dirty="0">
                        <a:latin typeface="Avenir Next LT Pro Light" panose="020B03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Adds nuanced weights to both and any long-term third order logic to the stack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1" dirty="0">
                        <a:latin typeface="Avenir Next LT Pro Light" panose="020B0304020202020204" pitchFamily="34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Concatenates the 3 summations and exits the </a:t>
                      </a:r>
                      <a:r>
                        <a:rPr lang="en-US" b="1" dirty="0" err="1">
                          <a:latin typeface="Avenir Next LT Pro Light" panose="020B0304020202020204" pitchFamily="34" charset="0"/>
                        </a:rPr>
                        <a:t>pipeling</a:t>
                      </a:r>
                      <a:r>
                        <a:rPr lang="en-US" b="1" dirty="0">
                          <a:latin typeface="Avenir Next LT Pro Light" panose="020B0304020202020204" pitchFamily="34" charset="0"/>
                        </a:rPr>
                        <a:t> into the output manifold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807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2084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2B89-6DA2-8DAD-6842-F12CFCC3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Sub-primes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8B269B-14CA-FC8D-06F3-78F8B8D2EC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2217828"/>
              </p:ext>
            </p:extLst>
          </p:nvPr>
        </p:nvGraphicFramePr>
        <p:xfrm>
          <a:off x="838200" y="1928813"/>
          <a:ext cx="10515597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8661659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0155484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193779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Sub-prime 1 (Risk)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Sub-prime 2 (</a:t>
                      </a:r>
                      <a:r>
                        <a:rPr lang="en-US" dirty="0" err="1"/>
                        <a:t>Reation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Sub-rime 3 (Reward)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5774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584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1082169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122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Avenir Next LT Pro Light</vt:lpstr>
      <vt:lpstr>The Hand Bold</vt:lpstr>
      <vt:lpstr>The Serif Hand Black</vt:lpstr>
      <vt:lpstr>SketchyVTI</vt:lpstr>
      <vt:lpstr>The Trililiquary</vt:lpstr>
      <vt:lpstr>Primes</vt:lpstr>
      <vt:lpstr>Sub-primes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Not Important No</dc:creator>
  <cp:lastModifiedBy>Not Important No</cp:lastModifiedBy>
  <cp:revision>2</cp:revision>
  <dcterms:created xsi:type="dcterms:W3CDTF">2025-03-29T11:49:53Z</dcterms:created>
  <dcterms:modified xsi:type="dcterms:W3CDTF">2025-03-29T14:31:03Z</dcterms:modified>
</cp:coreProperties>
</file>